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D6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manati_pattern_fade-white-on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80"/>
            <a:ext cx="12191695" cy="2666933"/>
          </a:xfrm>
          <a:prstGeom prst="rect">
            <a:avLst/>
          </a:prstGeom>
        </p:spPr>
      </p:pic>
      <p:pic>
        <p:nvPicPr>
          <p:cNvPr id="3" name="Picture 2" descr="damanati_bilingual_reversed-on-green_512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2697123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28800"/>
            <a:ext cx="1106424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54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عنوان العرض</a:t>
            </a:r>
          </a:p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العنوان الفرعي · التاريخ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0" b="1" lang="ar-SA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1188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عنوان القسم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8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Section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lang="ar-SA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01 · اسم القسم</a:t>
            </a:r>
          </a:p>
        </p:txBody>
      </p:sp>
      <p:pic>
        <p:nvPicPr>
          <p:cNvPr id="3" name="Picture 2" descr="damanati_symbol_primary_512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عنوان الشريحة في سطر واحد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0" y="2377440"/>
            <a:ext cx="3611880" cy="5486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2560320"/>
            <a:ext cx="361188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3200" b="1" lang="ar-SA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01</a:t>
            </a:r>
          </a:p>
          <a:p>
            <a:pPr algn="r" rtl="1">
              <a:lnSpc>
                <a:spcPct val="130000"/>
              </a:lnSpc>
            </a:pPr>
            <a:r>
              <a:rPr sz="20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عنوان النقطة</a:t>
            </a:r>
          </a:p>
          <a:p>
            <a:pPr algn="r" rtl="1">
              <a:lnSpc>
                <a:spcPct val="130000"/>
              </a:lnSpc>
            </a:pPr>
            <a:r>
              <a:rPr sz="15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نص داعم قصير لا يتجاوز ثلاثة أسطر.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2377440"/>
            <a:ext cx="3611880" cy="5486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560320"/>
            <a:ext cx="361188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3200" b="1" lang="ar-SA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02</a:t>
            </a:r>
          </a:p>
          <a:p>
            <a:pPr algn="r" rtl="1">
              <a:lnSpc>
                <a:spcPct val="130000"/>
              </a:lnSpc>
            </a:pPr>
            <a:r>
              <a:rPr sz="20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عنوان النقطة</a:t>
            </a:r>
          </a:p>
          <a:p>
            <a:pPr algn="r" rtl="1">
              <a:lnSpc>
                <a:spcPct val="130000"/>
              </a:lnSpc>
            </a:pPr>
            <a:r>
              <a:rPr sz="15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نص داعم قصير لا يتجاوز ثلاثة أسطر.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3611880" cy="5486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361188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3200" b="1" lang="ar-SA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03</a:t>
            </a:r>
          </a:p>
          <a:p>
            <a:pPr algn="r" rtl="1">
              <a:lnSpc>
                <a:spcPct val="130000"/>
              </a:lnSpc>
            </a:pPr>
            <a:r>
              <a:rPr sz="20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عنوان النقطة</a:t>
            </a:r>
          </a:p>
          <a:p>
            <a:pPr algn="r" rtl="1">
              <a:lnSpc>
                <a:spcPct val="130000"/>
              </a:lnSpc>
            </a:pPr>
            <a:r>
              <a:rPr sz="15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نص داعم قصير لا يتجاوز ثلاثة أسطر.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قالب العرض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D6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manati_vertical_reversed-on-green_512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1885236" cy="2377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شكرًا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